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76" r:id="rId2"/>
  </p:sldMasterIdLst>
  <p:notesMasterIdLst>
    <p:notesMasterId r:id="rId5"/>
  </p:notesMasterIdLst>
  <p:sldIdLst>
    <p:sldId id="256" r:id="rId3"/>
    <p:sldId id="257" r:id="rId4"/>
  </p:sldIdLst>
  <p:sldSz cx="3599973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bond" id="{6A3B7D3B-7ED4-4938-8A97-09C9772E688E}">
          <p14:sldIdLst>
            <p14:sldId id="256"/>
          </p14:sldIdLst>
        </p14:section>
        <p14:section name="H-J" id="{12C275F5-C473-43C4-8924-EA5D0CF2AC31}">
          <p14:sldIdLst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C8C8"/>
    <a:srgbClr val="002C50"/>
    <a:srgbClr val="D1C26A"/>
    <a:srgbClr val="0100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>
        <p:scale>
          <a:sx n="55" d="100"/>
          <a:sy n="55" d="100"/>
        </p:scale>
        <p:origin x="-3873" y="5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77C28-1B7A-4249-AC8F-23B56F4B70B8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579659-011C-471C-82D8-4C9E702979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134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55975" rtl="0" eaLnBrk="1" latinLnBrk="0" hangingPunct="1">
      <a:defRPr kumimoji="1" sz="4535" kern="1200">
        <a:solidFill>
          <a:schemeClr val="tx1"/>
        </a:solidFill>
        <a:latin typeface="+mn-lt"/>
        <a:ea typeface="+mn-ea"/>
        <a:cs typeface="+mn-cs"/>
      </a:defRPr>
    </a:lvl1pPr>
    <a:lvl2pPr marL="1727987" algn="l" defTabSz="3455975" rtl="0" eaLnBrk="1" latinLnBrk="0" hangingPunct="1">
      <a:defRPr kumimoji="1" sz="4535" kern="1200">
        <a:solidFill>
          <a:schemeClr val="tx1"/>
        </a:solidFill>
        <a:latin typeface="+mn-lt"/>
        <a:ea typeface="+mn-ea"/>
        <a:cs typeface="+mn-cs"/>
      </a:defRPr>
    </a:lvl2pPr>
    <a:lvl3pPr marL="3455975" algn="l" defTabSz="3455975" rtl="0" eaLnBrk="1" latinLnBrk="0" hangingPunct="1">
      <a:defRPr kumimoji="1" sz="4535" kern="1200">
        <a:solidFill>
          <a:schemeClr val="tx1"/>
        </a:solidFill>
        <a:latin typeface="+mn-lt"/>
        <a:ea typeface="+mn-ea"/>
        <a:cs typeface="+mn-cs"/>
      </a:defRPr>
    </a:lvl3pPr>
    <a:lvl4pPr marL="5183962" algn="l" defTabSz="3455975" rtl="0" eaLnBrk="1" latinLnBrk="0" hangingPunct="1">
      <a:defRPr kumimoji="1" sz="4535" kern="1200">
        <a:solidFill>
          <a:schemeClr val="tx1"/>
        </a:solidFill>
        <a:latin typeface="+mn-lt"/>
        <a:ea typeface="+mn-ea"/>
        <a:cs typeface="+mn-cs"/>
      </a:defRPr>
    </a:lvl4pPr>
    <a:lvl5pPr marL="6911950" algn="l" defTabSz="3455975" rtl="0" eaLnBrk="1" latinLnBrk="0" hangingPunct="1">
      <a:defRPr kumimoji="1" sz="4535" kern="1200">
        <a:solidFill>
          <a:schemeClr val="tx1"/>
        </a:solidFill>
        <a:latin typeface="+mn-lt"/>
        <a:ea typeface="+mn-ea"/>
        <a:cs typeface="+mn-cs"/>
      </a:defRPr>
    </a:lvl5pPr>
    <a:lvl6pPr marL="8639937" algn="l" defTabSz="3455975" rtl="0" eaLnBrk="1" latinLnBrk="0" hangingPunct="1">
      <a:defRPr kumimoji="1" sz="4535" kern="1200">
        <a:solidFill>
          <a:schemeClr val="tx1"/>
        </a:solidFill>
        <a:latin typeface="+mn-lt"/>
        <a:ea typeface="+mn-ea"/>
        <a:cs typeface="+mn-cs"/>
      </a:defRPr>
    </a:lvl6pPr>
    <a:lvl7pPr marL="10367924" algn="l" defTabSz="3455975" rtl="0" eaLnBrk="1" latinLnBrk="0" hangingPunct="1">
      <a:defRPr kumimoji="1" sz="4535" kern="1200">
        <a:solidFill>
          <a:schemeClr val="tx1"/>
        </a:solidFill>
        <a:latin typeface="+mn-lt"/>
        <a:ea typeface="+mn-ea"/>
        <a:cs typeface="+mn-cs"/>
      </a:defRPr>
    </a:lvl7pPr>
    <a:lvl8pPr marL="12095912" algn="l" defTabSz="3455975" rtl="0" eaLnBrk="1" latinLnBrk="0" hangingPunct="1">
      <a:defRPr kumimoji="1" sz="4535" kern="1200">
        <a:solidFill>
          <a:schemeClr val="tx1"/>
        </a:solidFill>
        <a:latin typeface="+mn-lt"/>
        <a:ea typeface="+mn-ea"/>
        <a:cs typeface="+mn-cs"/>
      </a:defRPr>
    </a:lvl8pPr>
    <a:lvl9pPr marL="13823899" algn="l" defTabSz="3455975" rtl="0" eaLnBrk="1" latinLnBrk="0" hangingPunct="1">
      <a:defRPr kumimoji="1" sz="45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79659-011C-471C-82D8-4C9E702979C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8622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DAA81-4FC6-93F4-D491-D80F5566F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6613BF8-7041-108A-213A-04AC9B373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A799444-DB0C-EAFC-68CD-AE323C931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17AE5D6-CDDF-5270-8F82-02FDCE61F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79659-011C-471C-82D8-4C9E702979C7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5519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4" y="16594307"/>
            <a:ext cx="35999746" cy="2811166"/>
          </a:xfrm>
          <a:ln>
            <a:noFill/>
          </a:ln>
        </p:spPr>
        <p:txBody>
          <a:bodyPr wrap="square" anchor="b">
            <a:noAutofit/>
          </a:bodyPr>
          <a:lstStyle>
            <a:lvl1pPr algn="ctr">
              <a:defRPr sz="12598" b="1">
                <a:ln w="12700">
                  <a:noFill/>
                </a:ln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76841" y="32621642"/>
            <a:ext cx="15613569" cy="1182888"/>
          </a:xfrm>
        </p:spPr>
        <p:txBody>
          <a:bodyPr wrap="none">
            <a:spAutoFit/>
          </a:bodyPr>
          <a:lstStyle>
            <a:lvl1pPr marL="0" indent="0" algn="r">
              <a:buNone/>
              <a:defRPr sz="7874">
                <a:solidFill>
                  <a:schemeClr val="tx1"/>
                </a:solidFill>
              </a:defRPr>
            </a:lvl1pPr>
            <a:lvl2pPr marL="1799953" indent="0" algn="ctr">
              <a:buNone/>
              <a:defRPr sz="7874"/>
            </a:lvl2pPr>
            <a:lvl3pPr marL="3599902" indent="0" algn="ctr">
              <a:buNone/>
              <a:defRPr sz="7087"/>
            </a:lvl3pPr>
            <a:lvl4pPr marL="5399855" indent="0" algn="ctr">
              <a:buNone/>
              <a:defRPr sz="6299"/>
            </a:lvl4pPr>
            <a:lvl5pPr marL="7199804" indent="0" algn="ctr">
              <a:buNone/>
              <a:defRPr sz="6299"/>
            </a:lvl5pPr>
            <a:lvl6pPr marL="8999758" indent="0" algn="ctr">
              <a:buNone/>
              <a:defRPr sz="6299"/>
            </a:lvl6pPr>
            <a:lvl7pPr marL="10799707" indent="0" algn="ctr">
              <a:buNone/>
              <a:defRPr sz="6299"/>
            </a:lvl7pPr>
            <a:lvl8pPr marL="12599660" indent="0" algn="ctr">
              <a:buNone/>
              <a:defRPr sz="6299"/>
            </a:lvl8pPr>
            <a:lvl9pPr marL="14399613" indent="0" algn="ctr">
              <a:buNone/>
              <a:defRPr sz="6299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60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B05E0C4-BBC5-F33F-BFF8-EF807F0F838D}"/>
              </a:ext>
            </a:extLst>
          </p:cNvPr>
          <p:cNvCxnSpPr>
            <a:cxnSpLocks/>
          </p:cNvCxnSpPr>
          <p:nvPr/>
        </p:nvCxnSpPr>
        <p:spPr>
          <a:xfrm>
            <a:off x="210935" y="2497767"/>
            <a:ext cx="35605993" cy="0"/>
          </a:xfrm>
          <a:prstGeom prst="line">
            <a:avLst/>
          </a:prstGeom>
          <a:ln w="25400">
            <a:gradFill>
              <a:gsLst>
                <a:gs pos="0">
                  <a:schemeClr val="tx1">
                    <a:alpha val="0"/>
                  </a:schemeClr>
                </a:gs>
                <a:gs pos="5000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スライド番号プレースホルダー 11">
            <a:extLst>
              <a:ext uri="{FF2B5EF4-FFF2-40B4-BE49-F238E27FC236}">
                <a16:creationId xmlns:a16="http://schemas.microsoft.com/office/drawing/2014/main" id="{3236C1A7-C462-80A0-4D88-85BF60A0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561249" y="879812"/>
            <a:ext cx="3328279" cy="1916653"/>
          </a:xfrm>
          <a:noFill/>
          <a:effectLst/>
        </p:spPr>
        <p:txBody>
          <a:bodyPr/>
          <a:lstStyle>
            <a:lvl1pPr>
              <a:defRPr sz="5512"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 rad="63500">
                    <a:schemeClr val="bg1">
                      <a:lumMod val="85000"/>
                      <a:lumOff val="15000"/>
                    </a:schemeClr>
                  </a:glow>
                </a:effectLst>
                <a:latin typeface="+mj-ea"/>
                <a:ea typeface="+mj-ea"/>
              </a:defRPr>
            </a:lvl1pPr>
          </a:lstStyle>
          <a:p>
            <a:fld id="{D5AE0FC3-512E-4DD8-A9B5-C8C2C463383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719BD1F6-DC3E-8F65-DB59-58F520C9E6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58816" y="669751"/>
            <a:ext cx="3282114" cy="1744864"/>
          </a:xfrm>
          <a:noFill/>
          <a:ln w="15875">
            <a:noFill/>
          </a:ln>
        </p:spPr>
        <p:txBody>
          <a:bodyPr wrap="none" bIns="0"/>
          <a:lstStyle>
            <a:lvl1pPr algn="ctr">
              <a:defRPr sz="9449">
                <a:latin typeface="Noto Sans JP Black" panose="020B0200000000000000" pitchFamily="50" charset="-128"/>
                <a:ea typeface="Noto Sans JP Black" panose="020B0200000000000000" pitchFamily="50" charset="-128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29965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標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11">
            <a:extLst>
              <a:ext uri="{FF2B5EF4-FFF2-40B4-BE49-F238E27FC236}">
                <a16:creationId xmlns:a16="http://schemas.microsoft.com/office/drawing/2014/main" id="{3236C1A7-C462-80A0-4D88-85BF60A0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561249" y="879812"/>
            <a:ext cx="3328279" cy="1916653"/>
          </a:xfrm>
          <a:noFill/>
          <a:effectLst/>
        </p:spPr>
        <p:txBody>
          <a:bodyPr/>
          <a:lstStyle>
            <a:lvl1pPr>
              <a:defRPr sz="5512"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 rad="63500">
                    <a:schemeClr val="bg1">
                      <a:lumMod val="85000"/>
                      <a:lumOff val="15000"/>
                    </a:schemeClr>
                  </a:glow>
                </a:effectLst>
                <a:latin typeface="+mj-ea"/>
                <a:ea typeface="+mj-ea"/>
              </a:defRPr>
            </a:lvl1pPr>
          </a:lstStyle>
          <a:p>
            <a:fld id="{D5AE0FC3-512E-4DD8-A9B5-C8C2C463383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6E42173-7147-7C41-49CD-C9C4F0702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58816" y="669751"/>
            <a:ext cx="3282114" cy="1744864"/>
          </a:xfrm>
          <a:noFill/>
          <a:ln w="15875">
            <a:noFill/>
          </a:ln>
        </p:spPr>
        <p:txBody>
          <a:bodyPr wrap="none" bIns="0"/>
          <a:lstStyle>
            <a:lvl1pPr algn="ctr">
              <a:defRPr sz="9449">
                <a:latin typeface="Noto Sans JP Black" panose="020B0200000000000000" pitchFamily="50" charset="-128"/>
                <a:ea typeface="Noto Sans JP Black" panose="020B0200000000000000" pitchFamily="50" charset="-128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0158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757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4" y="16594307"/>
            <a:ext cx="35999746" cy="2811166"/>
          </a:xfrm>
          <a:ln>
            <a:noFill/>
          </a:ln>
        </p:spPr>
        <p:txBody>
          <a:bodyPr wrap="square" anchor="b">
            <a:noAutofit/>
          </a:bodyPr>
          <a:lstStyle>
            <a:lvl1pPr algn="ctr">
              <a:defRPr sz="12598" b="1">
                <a:ln w="12700">
                  <a:noFill/>
                </a:ln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76822" y="32621642"/>
            <a:ext cx="15613570" cy="1182888"/>
          </a:xfrm>
        </p:spPr>
        <p:txBody>
          <a:bodyPr wrap="none">
            <a:spAutoFit/>
          </a:bodyPr>
          <a:lstStyle>
            <a:lvl1pPr marL="0" indent="0" algn="r">
              <a:buNone/>
              <a:defRPr sz="7874">
                <a:solidFill>
                  <a:schemeClr val="tx1"/>
                </a:solidFill>
              </a:defRPr>
            </a:lvl1pPr>
            <a:lvl2pPr marL="1799953" indent="0" algn="ctr">
              <a:buNone/>
              <a:defRPr sz="7874"/>
            </a:lvl2pPr>
            <a:lvl3pPr marL="3599902" indent="0" algn="ctr">
              <a:buNone/>
              <a:defRPr sz="7087"/>
            </a:lvl3pPr>
            <a:lvl4pPr marL="5399855" indent="0" algn="ctr">
              <a:buNone/>
              <a:defRPr sz="6299"/>
            </a:lvl4pPr>
            <a:lvl5pPr marL="7199804" indent="0" algn="ctr">
              <a:buNone/>
              <a:defRPr sz="6299"/>
            </a:lvl5pPr>
            <a:lvl6pPr marL="8999758" indent="0" algn="ctr">
              <a:buNone/>
              <a:defRPr sz="6299"/>
            </a:lvl6pPr>
            <a:lvl7pPr marL="10799707" indent="0" algn="ctr">
              <a:buNone/>
              <a:defRPr sz="6299"/>
            </a:lvl7pPr>
            <a:lvl8pPr marL="12599660" indent="0" algn="ctr">
              <a:buNone/>
              <a:defRPr sz="6299"/>
            </a:lvl8pPr>
            <a:lvl9pPr marL="14399613" indent="0" algn="ctr">
              <a:buNone/>
              <a:defRPr sz="6299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15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準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913262F2-7785-4A0E-171E-2D4678D36801}"/>
              </a:ext>
            </a:extLst>
          </p:cNvPr>
          <p:cNvCxnSpPr>
            <a:cxnSpLocks/>
          </p:cNvCxnSpPr>
          <p:nvPr/>
        </p:nvCxnSpPr>
        <p:spPr>
          <a:xfrm>
            <a:off x="210935" y="2497767"/>
            <a:ext cx="35605993" cy="0"/>
          </a:xfrm>
          <a:prstGeom prst="line">
            <a:avLst/>
          </a:prstGeom>
          <a:ln w="25400">
            <a:gradFill>
              <a:gsLst>
                <a:gs pos="0">
                  <a:schemeClr val="tx1">
                    <a:alpha val="0"/>
                  </a:schemeClr>
                </a:gs>
                <a:gs pos="5000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スライド番号プレースホルダー 11">
            <a:extLst>
              <a:ext uri="{FF2B5EF4-FFF2-40B4-BE49-F238E27FC236}">
                <a16:creationId xmlns:a16="http://schemas.microsoft.com/office/drawing/2014/main" id="{57C70181-8067-E3C3-0059-1D28AE5BC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561249" y="879812"/>
            <a:ext cx="3328279" cy="1916653"/>
          </a:xfrm>
          <a:noFill/>
          <a:effectLst/>
        </p:spPr>
        <p:txBody>
          <a:bodyPr/>
          <a:lstStyle>
            <a:lvl1pPr>
              <a:defRPr sz="5512"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 rad="63500">
                    <a:schemeClr val="bg1">
                      <a:lumMod val="85000"/>
                      <a:lumOff val="15000"/>
                    </a:schemeClr>
                  </a:glow>
                </a:effectLst>
                <a:latin typeface="+mj-ea"/>
                <a:ea typeface="+mj-ea"/>
              </a:defRPr>
            </a:lvl1pPr>
          </a:lstStyle>
          <a:p>
            <a:fld id="{E0B1EDE5-0360-45AA-A800-75BAF156231A}" type="slidenum">
              <a:rPr kumimoji="1" lang="ja-JP" altLang="en-US" smtClean="0"/>
              <a:pPr/>
              <a:t>‹#›</a:t>
            </a:fld>
            <a:r>
              <a:rPr kumimoji="1" lang="ja-JP" altLang="en-US"/>
              <a:t> </a:t>
            </a:r>
            <a:r>
              <a:rPr kumimoji="1" lang="en-US" altLang="ja-JP" sz="4724"/>
              <a:t>/13</a:t>
            </a:r>
            <a:endParaRPr kumimoji="1" lang="ja-JP" altLang="en-US" sz="4724" dirty="0"/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5C2F5DAC-AFAD-932E-1167-18E4443CDD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58816" y="669751"/>
            <a:ext cx="3282114" cy="1744864"/>
          </a:xfrm>
          <a:noFill/>
          <a:ln w="15875">
            <a:noFill/>
          </a:ln>
        </p:spPr>
        <p:txBody>
          <a:bodyPr wrap="none" bIns="0"/>
          <a:lstStyle>
            <a:lvl1pPr algn="ctr">
              <a:defRPr sz="9449">
                <a:latin typeface="Noto Sans JP Black" panose="020B0200000000000000" pitchFamily="50" charset="-128"/>
                <a:ea typeface="Noto Sans JP Black" panose="020B0200000000000000" pitchFamily="50" charset="-128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36820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標準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11">
            <a:extLst>
              <a:ext uri="{FF2B5EF4-FFF2-40B4-BE49-F238E27FC236}">
                <a16:creationId xmlns:a16="http://schemas.microsoft.com/office/drawing/2014/main" id="{57C70181-8067-E3C3-0059-1D28AE5BC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561249" y="879812"/>
            <a:ext cx="3328279" cy="1916653"/>
          </a:xfrm>
          <a:noFill/>
          <a:effectLst/>
        </p:spPr>
        <p:txBody>
          <a:bodyPr/>
          <a:lstStyle>
            <a:lvl1pPr>
              <a:defRPr sz="5512"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 rad="63500">
                    <a:schemeClr val="bg1">
                      <a:lumMod val="85000"/>
                      <a:lumOff val="15000"/>
                    </a:schemeClr>
                  </a:glow>
                </a:effectLst>
                <a:latin typeface="+mj-ea"/>
                <a:ea typeface="+mj-ea"/>
              </a:defRPr>
            </a:lvl1pPr>
          </a:lstStyle>
          <a:p>
            <a:fld id="{E0B1EDE5-0360-45AA-A800-75BAF156231A}" type="slidenum">
              <a:rPr kumimoji="1" lang="ja-JP" altLang="en-US" smtClean="0"/>
              <a:pPr/>
              <a:t>‹#›</a:t>
            </a:fld>
            <a:r>
              <a:rPr kumimoji="1" lang="ja-JP" altLang="en-US"/>
              <a:t> </a:t>
            </a:r>
            <a:r>
              <a:rPr kumimoji="1" lang="en-US" altLang="ja-JP" sz="4724"/>
              <a:t>/13</a:t>
            </a:r>
            <a:endParaRPr kumimoji="1" lang="ja-JP" altLang="en-US" sz="4724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153E2A6-338D-34AE-57EA-9674A62F65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58816" y="669751"/>
            <a:ext cx="3282114" cy="1744864"/>
          </a:xfrm>
          <a:noFill/>
          <a:ln w="15875">
            <a:noFill/>
          </a:ln>
        </p:spPr>
        <p:txBody>
          <a:bodyPr wrap="none" bIns="0"/>
          <a:lstStyle>
            <a:lvl1pPr algn="ctr">
              <a:defRPr sz="9449">
                <a:latin typeface="Noto Sans JP Black" panose="020B0200000000000000" pitchFamily="50" charset="-128"/>
                <a:ea typeface="Noto Sans JP Black" panose="020B0200000000000000" pitchFamily="50" charset="-128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98462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76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74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6E965-8463-481E-843A-F5D6AF12C3AB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74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74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E0FC3-512E-4DD8-A9B5-C8C2C46338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2990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0" r:id="rId4"/>
  </p:sldLayoutIdLst>
  <p:txStyles>
    <p:titleStyle>
      <a:lvl1pPr algn="l" defTabSz="3599902" rtl="0" eaLnBrk="1" latinLnBrk="0" hangingPunct="1">
        <a:lnSpc>
          <a:spcPct val="90000"/>
        </a:lnSpc>
        <a:spcBef>
          <a:spcPct val="0"/>
        </a:spcBef>
        <a:buNone/>
        <a:defRPr kumimoji="1"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75" indent="-899975" algn="l" defTabSz="3599902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kumimoji="1"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28" indent="-899975" algn="l" defTabSz="3599902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877" indent="-899975" algn="l" defTabSz="3599902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830" indent="-899975" algn="l" defTabSz="3599902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783" indent="-899975" algn="l" defTabSz="3599902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732" indent="-899975" algn="l" defTabSz="3599902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685" indent="-899975" algn="l" defTabSz="3599902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634" indent="-899975" algn="l" defTabSz="3599902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588" indent="-899975" algn="l" defTabSz="3599902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53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02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855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804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758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707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660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613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76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74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74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74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A672A-FCCB-4317-BD75-5CD1674CD8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0755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hf hdr="0" ftr="0" dt="0"/>
  <p:txStyles>
    <p:titleStyle>
      <a:lvl1pPr algn="l" defTabSz="3599902" rtl="0" eaLnBrk="1" latinLnBrk="0" hangingPunct="1">
        <a:lnSpc>
          <a:spcPct val="90000"/>
        </a:lnSpc>
        <a:spcBef>
          <a:spcPct val="0"/>
        </a:spcBef>
        <a:buNone/>
        <a:defRPr kumimoji="1"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75" indent="-899975" algn="l" defTabSz="3599902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kumimoji="1"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28" indent="-899975" algn="l" defTabSz="3599902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877" indent="-899975" algn="l" defTabSz="3599902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830" indent="-899975" algn="l" defTabSz="3599902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783" indent="-899975" algn="l" defTabSz="3599902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732" indent="-899975" algn="l" defTabSz="3599902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685" indent="-899975" algn="l" defTabSz="3599902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634" indent="-899975" algn="l" defTabSz="3599902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588" indent="-899975" algn="l" defTabSz="3599902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53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02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855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804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758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707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660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613" algn="l" defTabSz="3599902" rtl="0" eaLnBrk="1" latinLnBrk="0" hangingPunct="1">
        <a:defRPr kumimoji="1"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F11E107-12C8-2027-7835-9065937DFE2F}"/>
              </a:ext>
            </a:extLst>
          </p:cNvPr>
          <p:cNvSpPr/>
          <p:nvPr/>
        </p:nvSpPr>
        <p:spPr>
          <a:xfrm>
            <a:off x="24269947" y="2707776"/>
            <a:ext cx="914400" cy="914400"/>
          </a:xfrm>
          <a:prstGeom prst="rect">
            <a:avLst/>
          </a:prstGeom>
          <a:solidFill>
            <a:srgbClr val="D1C2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5303E4B-CDF7-4FC3-4F9D-59133FEFE7E3}"/>
              </a:ext>
            </a:extLst>
          </p:cNvPr>
          <p:cNvSpPr/>
          <p:nvPr/>
        </p:nvSpPr>
        <p:spPr>
          <a:xfrm>
            <a:off x="13265426" y="-1987826"/>
            <a:ext cx="9468886" cy="388023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2" name="オブジェクト 11">
            <a:extLst>
              <a:ext uri="{FF2B5EF4-FFF2-40B4-BE49-F238E27FC236}">
                <a16:creationId xmlns:a16="http://schemas.microsoft.com/office/drawing/2014/main" id="{FDBB1030-6EC7-D08F-53C2-35187F5B93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189981"/>
              </p:ext>
            </p:extLst>
          </p:nvPr>
        </p:nvGraphicFramePr>
        <p:xfrm>
          <a:off x="13357775" y="2140883"/>
          <a:ext cx="4064819" cy="194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3" imgW="2679125" imgH="1284657" progId="ChemDraw_x64.Document.6.0">
                  <p:embed/>
                </p:oleObj>
              </mc:Choice>
              <mc:Fallback>
                <p:oleObj name="CS ChemDraw 64-bit Drawing" r:id="rId3" imgW="2679125" imgH="1284657" progId="ChemDraw_x64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57775" y="2140883"/>
                        <a:ext cx="4064819" cy="194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オブジェクト 12">
            <a:extLst>
              <a:ext uri="{FF2B5EF4-FFF2-40B4-BE49-F238E27FC236}">
                <a16:creationId xmlns:a16="http://schemas.microsoft.com/office/drawing/2014/main" id="{F882549F-9D72-2116-811C-E99693F157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380342"/>
              </p:ext>
            </p:extLst>
          </p:nvPr>
        </p:nvGraphicFramePr>
        <p:xfrm>
          <a:off x="18591111" y="1974726"/>
          <a:ext cx="4062412" cy="228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5" imgW="2678625" imgH="1504013" progId="ChemDraw_x64.Document.6.0">
                  <p:embed/>
                </p:oleObj>
              </mc:Choice>
              <mc:Fallback>
                <p:oleObj name="CS ChemDraw 64-bit Drawing" r:id="rId5" imgW="2678625" imgH="1504013" progId="ChemDraw_x64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91111" y="1974726"/>
                        <a:ext cx="4062412" cy="2280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A3E2F1AC-C53E-2658-CFE4-2CDDCF74ED5B}"/>
              </a:ext>
            </a:extLst>
          </p:cNvPr>
          <p:cNvGrpSpPr/>
          <p:nvPr/>
        </p:nvGrpSpPr>
        <p:grpSpPr>
          <a:xfrm rot="10800000">
            <a:off x="14700392" y="2592876"/>
            <a:ext cx="574323" cy="70438"/>
            <a:chOff x="15723395" y="3412331"/>
            <a:chExt cx="378618" cy="46436"/>
          </a:xfrm>
          <a:effectLst>
            <a:glow rad="50800">
              <a:srgbClr val="D1C26A">
                <a:alpha val="36000"/>
              </a:srgbClr>
            </a:glow>
          </a:effectLst>
        </p:grpSpPr>
        <p:sp>
          <p:nvSpPr>
            <p:cNvPr id="14" name="円弧 13">
              <a:extLst>
                <a:ext uri="{FF2B5EF4-FFF2-40B4-BE49-F238E27FC236}">
                  <a16:creationId xmlns:a16="http://schemas.microsoft.com/office/drawing/2014/main" id="{AD09B842-E9F6-C927-55DD-A1289F158A78}"/>
                </a:ext>
              </a:extLst>
            </p:cNvPr>
            <p:cNvSpPr/>
            <p:nvPr/>
          </p:nvSpPr>
          <p:spPr>
            <a:xfrm flipH="1">
              <a:off x="15723395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円弧 14">
              <a:extLst>
                <a:ext uri="{FF2B5EF4-FFF2-40B4-BE49-F238E27FC236}">
                  <a16:creationId xmlns:a16="http://schemas.microsoft.com/office/drawing/2014/main" id="{2FF5DAB8-295D-A2C8-F658-ED125B297D6A}"/>
                </a:ext>
              </a:extLst>
            </p:cNvPr>
            <p:cNvSpPr/>
            <p:nvPr/>
          </p:nvSpPr>
          <p:spPr>
            <a:xfrm flipH="1">
              <a:off x="15764918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円弧 15">
              <a:extLst>
                <a:ext uri="{FF2B5EF4-FFF2-40B4-BE49-F238E27FC236}">
                  <a16:creationId xmlns:a16="http://schemas.microsoft.com/office/drawing/2014/main" id="{AC7A3ED5-AB96-AF14-6B29-78E24328E4B9}"/>
                </a:ext>
              </a:extLst>
            </p:cNvPr>
            <p:cNvSpPr/>
            <p:nvPr/>
          </p:nvSpPr>
          <p:spPr>
            <a:xfrm flipH="1">
              <a:off x="15806441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弧 16">
              <a:extLst>
                <a:ext uri="{FF2B5EF4-FFF2-40B4-BE49-F238E27FC236}">
                  <a16:creationId xmlns:a16="http://schemas.microsoft.com/office/drawing/2014/main" id="{A381B5C3-3F28-7D01-3F73-F8C5E66700A6}"/>
                </a:ext>
              </a:extLst>
            </p:cNvPr>
            <p:cNvSpPr/>
            <p:nvPr/>
          </p:nvSpPr>
          <p:spPr>
            <a:xfrm flipH="1">
              <a:off x="15847964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弧 17">
              <a:extLst>
                <a:ext uri="{FF2B5EF4-FFF2-40B4-BE49-F238E27FC236}">
                  <a16:creationId xmlns:a16="http://schemas.microsoft.com/office/drawing/2014/main" id="{D4C205AB-6B0A-3F49-0C9E-4E4ED3784191}"/>
                </a:ext>
              </a:extLst>
            </p:cNvPr>
            <p:cNvSpPr/>
            <p:nvPr/>
          </p:nvSpPr>
          <p:spPr>
            <a:xfrm flipH="1">
              <a:off x="15889487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円弧 18">
              <a:extLst>
                <a:ext uri="{FF2B5EF4-FFF2-40B4-BE49-F238E27FC236}">
                  <a16:creationId xmlns:a16="http://schemas.microsoft.com/office/drawing/2014/main" id="{238A9F69-7D56-C5DF-8A80-81E7FC1AF9D0}"/>
                </a:ext>
              </a:extLst>
            </p:cNvPr>
            <p:cNvSpPr/>
            <p:nvPr/>
          </p:nvSpPr>
          <p:spPr>
            <a:xfrm flipH="1">
              <a:off x="15931010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円弧 19">
              <a:extLst>
                <a:ext uri="{FF2B5EF4-FFF2-40B4-BE49-F238E27FC236}">
                  <a16:creationId xmlns:a16="http://schemas.microsoft.com/office/drawing/2014/main" id="{791B4C99-86A5-9AF3-79F9-C7E133EE1872}"/>
                </a:ext>
              </a:extLst>
            </p:cNvPr>
            <p:cNvSpPr/>
            <p:nvPr/>
          </p:nvSpPr>
          <p:spPr>
            <a:xfrm flipH="1">
              <a:off x="15972533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円弧 20">
              <a:extLst>
                <a:ext uri="{FF2B5EF4-FFF2-40B4-BE49-F238E27FC236}">
                  <a16:creationId xmlns:a16="http://schemas.microsoft.com/office/drawing/2014/main" id="{015B962F-1FEB-BEE9-76D5-9EC241C0E625}"/>
                </a:ext>
              </a:extLst>
            </p:cNvPr>
            <p:cNvSpPr/>
            <p:nvPr/>
          </p:nvSpPr>
          <p:spPr>
            <a:xfrm flipH="1">
              <a:off x="16014056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円弧 21">
              <a:extLst>
                <a:ext uri="{FF2B5EF4-FFF2-40B4-BE49-F238E27FC236}">
                  <a16:creationId xmlns:a16="http://schemas.microsoft.com/office/drawing/2014/main" id="{1FDE5B1A-48C1-6105-35FC-C2279E02D872}"/>
                </a:ext>
              </a:extLst>
            </p:cNvPr>
            <p:cNvSpPr/>
            <p:nvPr/>
          </p:nvSpPr>
          <p:spPr>
            <a:xfrm flipH="1">
              <a:off x="16055577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CD4BEDF6-4EC1-6220-45E8-07BE5A8DDEF9}"/>
              </a:ext>
            </a:extLst>
          </p:cNvPr>
          <p:cNvGrpSpPr/>
          <p:nvPr/>
        </p:nvGrpSpPr>
        <p:grpSpPr>
          <a:xfrm>
            <a:off x="15137977" y="3266533"/>
            <a:ext cx="574323" cy="70438"/>
            <a:chOff x="15723395" y="3412331"/>
            <a:chExt cx="378618" cy="46436"/>
          </a:xfrm>
          <a:effectLst>
            <a:glow rad="50800">
              <a:srgbClr val="D1C26A">
                <a:alpha val="36000"/>
              </a:srgbClr>
            </a:glow>
          </a:effectLst>
        </p:grpSpPr>
        <p:sp>
          <p:nvSpPr>
            <p:cNvPr id="26" name="円弧 25">
              <a:extLst>
                <a:ext uri="{FF2B5EF4-FFF2-40B4-BE49-F238E27FC236}">
                  <a16:creationId xmlns:a16="http://schemas.microsoft.com/office/drawing/2014/main" id="{183AC0F3-789C-B422-80F0-B23D6151158A}"/>
                </a:ext>
              </a:extLst>
            </p:cNvPr>
            <p:cNvSpPr/>
            <p:nvPr/>
          </p:nvSpPr>
          <p:spPr>
            <a:xfrm flipH="1">
              <a:off x="15723395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円弧 26">
              <a:extLst>
                <a:ext uri="{FF2B5EF4-FFF2-40B4-BE49-F238E27FC236}">
                  <a16:creationId xmlns:a16="http://schemas.microsoft.com/office/drawing/2014/main" id="{24C2E786-F62D-34C4-FD82-03F70C7327E2}"/>
                </a:ext>
              </a:extLst>
            </p:cNvPr>
            <p:cNvSpPr/>
            <p:nvPr/>
          </p:nvSpPr>
          <p:spPr>
            <a:xfrm flipH="1">
              <a:off x="15764918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円弧 27">
              <a:extLst>
                <a:ext uri="{FF2B5EF4-FFF2-40B4-BE49-F238E27FC236}">
                  <a16:creationId xmlns:a16="http://schemas.microsoft.com/office/drawing/2014/main" id="{F338B98B-B02F-EB94-959B-4316DC2349CC}"/>
                </a:ext>
              </a:extLst>
            </p:cNvPr>
            <p:cNvSpPr/>
            <p:nvPr/>
          </p:nvSpPr>
          <p:spPr>
            <a:xfrm flipH="1">
              <a:off x="15806441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円弧 28">
              <a:extLst>
                <a:ext uri="{FF2B5EF4-FFF2-40B4-BE49-F238E27FC236}">
                  <a16:creationId xmlns:a16="http://schemas.microsoft.com/office/drawing/2014/main" id="{ACAC02FF-3E1C-0256-4530-584B53000BCF}"/>
                </a:ext>
              </a:extLst>
            </p:cNvPr>
            <p:cNvSpPr/>
            <p:nvPr/>
          </p:nvSpPr>
          <p:spPr>
            <a:xfrm flipH="1">
              <a:off x="15847964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円弧 29">
              <a:extLst>
                <a:ext uri="{FF2B5EF4-FFF2-40B4-BE49-F238E27FC236}">
                  <a16:creationId xmlns:a16="http://schemas.microsoft.com/office/drawing/2014/main" id="{1D84C587-22DF-08CD-6B87-8C9F756CC2B6}"/>
                </a:ext>
              </a:extLst>
            </p:cNvPr>
            <p:cNvSpPr/>
            <p:nvPr/>
          </p:nvSpPr>
          <p:spPr>
            <a:xfrm flipH="1">
              <a:off x="15889487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弧 30">
              <a:extLst>
                <a:ext uri="{FF2B5EF4-FFF2-40B4-BE49-F238E27FC236}">
                  <a16:creationId xmlns:a16="http://schemas.microsoft.com/office/drawing/2014/main" id="{B7F4FF72-A198-091B-488C-4C9C08CFAFF3}"/>
                </a:ext>
              </a:extLst>
            </p:cNvPr>
            <p:cNvSpPr/>
            <p:nvPr/>
          </p:nvSpPr>
          <p:spPr>
            <a:xfrm flipH="1">
              <a:off x="15931010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弧 31">
              <a:extLst>
                <a:ext uri="{FF2B5EF4-FFF2-40B4-BE49-F238E27FC236}">
                  <a16:creationId xmlns:a16="http://schemas.microsoft.com/office/drawing/2014/main" id="{32A2A6B3-38F7-B0D3-F18E-711EDB21C585}"/>
                </a:ext>
              </a:extLst>
            </p:cNvPr>
            <p:cNvSpPr/>
            <p:nvPr/>
          </p:nvSpPr>
          <p:spPr>
            <a:xfrm flipH="1">
              <a:off x="15972533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円弧 32">
              <a:extLst>
                <a:ext uri="{FF2B5EF4-FFF2-40B4-BE49-F238E27FC236}">
                  <a16:creationId xmlns:a16="http://schemas.microsoft.com/office/drawing/2014/main" id="{BA581FA8-3B00-97D5-AAEA-9FB2B58438C0}"/>
                </a:ext>
              </a:extLst>
            </p:cNvPr>
            <p:cNvSpPr/>
            <p:nvPr/>
          </p:nvSpPr>
          <p:spPr>
            <a:xfrm flipH="1">
              <a:off x="16014056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円弧 33">
              <a:extLst>
                <a:ext uri="{FF2B5EF4-FFF2-40B4-BE49-F238E27FC236}">
                  <a16:creationId xmlns:a16="http://schemas.microsoft.com/office/drawing/2014/main" id="{D00CA5BC-4CAD-DCDC-FD53-9BB95538A7C8}"/>
                </a:ext>
              </a:extLst>
            </p:cNvPr>
            <p:cNvSpPr/>
            <p:nvPr/>
          </p:nvSpPr>
          <p:spPr>
            <a:xfrm flipH="1">
              <a:off x="16055577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560FFCE0-FFA8-7A50-7827-D4B191F8898E}"/>
              </a:ext>
            </a:extLst>
          </p:cNvPr>
          <p:cNvGrpSpPr/>
          <p:nvPr/>
        </p:nvGrpSpPr>
        <p:grpSpPr>
          <a:xfrm>
            <a:off x="20361828" y="2426300"/>
            <a:ext cx="574323" cy="70438"/>
            <a:chOff x="15723395" y="3412331"/>
            <a:chExt cx="378618" cy="46436"/>
          </a:xfrm>
          <a:effectLst>
            <a:glow rad="50800">
              <a:srgbClr val="D1C26A">
                <a:alpha val="36000"/>
              </a:srgbClr>
            </a:glow>
          </a:effectLst>
        </p:grpSpPr>
        <p:sp>
          <p:nvSpPr>
            <p:cNvPr id="36" name="円弧 35">
              <a:extLst>
                <a:ext uri="{FF2B5EF4-FFF2-40B4-BE49-F238E27FC236}">
                  <a16:creationId xmlns:a16="http://schemas.microsoft.com/office/drawing/2014/main" id="{11E61F0B-4D70-2ED5-CAA0-68013434853D}"/>
                </a:ext>
              </a:extLst>
            </p:cNvPr>
            <p:cNvSpPr/>
            <p:nvPr/>
          </p:nvSpPr>
          <p:spPr>
            <a:xfrm flipH="1">
              <a:off x="15723395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円弧 36">
              <a:extLst>
                <a:ext uri="{FF2B5EF4-FFF2-40B4-BE49-F238E27FC236}">
                  <a16:creationId xmlns:a16="http://schemas.microsoft.com/office/drawing/2014/main" id="{5CCEFC9E-B8E8-9806-788B-82658A83AED5}"/>
                </a:ext>
              </a:extLst>
            </p:cNvPr>
            <p:cNvSpPr/>
            <p:nvPr/>
          </p:nvSpPr>
          <p:spPr>
            <a:xfrm flipH="1">
              <a:off x="15764918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弧 37">
              <a:extLst>
                <a:ext uri="{FF2B5EF4-FFF2-40B4-BE49-F238E27FC236}">
                  <a16:creationId xmlns:a16="http://schemas.microsoft.com/office/drawing/2014/main" id="{8BD9B923-EF86-9358-D74A-4DA2FD3562E4}"/>
                </a:ext>
              </a:extLst>
            </p:cNvPr>
            <p:cNvSpPr/>
            <p:nvPr/>
          </p:nvSpPr>
          <p:spPr>
            <a:xfrm flipH="1">
              <a:off x="15806441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弧 38">
              <a:extLst>
                <a:ext uri="{FF2B5EF4-FFF2-40B4-BE49-F238E27FC236}">
                  <a16:creationId xmlns:a16="http://schemas.microsoft.com/office/drawing/2014/main" id="{67DAA13F-A457-1D66-5367-7B75DA7BD387}"/>
                </a:ext>
              </a:extLst>
            </p:cNvPr>
            <p:cNvSpPr/>
            <p:nvPr/>
          </p:nvSpPr>
          <p:spPr>
            <a:xfrm flipH="1">
              <a:off x="15847964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弧 39">
              <a:extLst>
                <a:ext uri="{FF2B5EF4-FFF2-40B4-BE49-F238E27FC236}">
                  <a16:creationId xmlns:a16="http://schemas.microsoft.com/office/drawing/2014/main" id="{3CC812DB-08BA-3504-35AA-76EC11477450}"/>
                </a:ext>
              </a:extLst>
            </p:cNvPr>
            <p:cNvSpPr/>
            <p:nvPr/>
          </p:nvSpPr>
          <p:spPr>
            <a:xfrm flipH="1">
              <a:off x="15889487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円弧 40">
              <a:extLst>
                <a:ext uri="{FF2B5EF4-FFF2-40B4-BE49-F238E27FC236}">
                  <a16:creationId xmlns:a16="http://schemas.microsoft.com/office/drawing/2014/main" id="{FFBBA4ED-D68F-A75A-B72B-560EEC596D3A}"/>
                </a:ext>
              </a:extLst>
            </p:cNvPr>
            <p:cNvSpPr/>
            <p:nvPr/>
          </p:nvSpPr>
          <p:spPr>
            <a:xfrm flipH="1">
              <a:off x="15931010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円弧 41">
              <a:extLst>
                <a:ext uri="{FF2B5EF4-FFF2-40B4-BE49-F238E27FC236}">
                  <a16:creationId xmlns:a16="http://schemas.microsoft.com/office/drawing/2014/main" id="{BE5F11E6-FDA7-12F3-1546-BD0CD2524E9C}"/>
                </a:ext>
              </a:extLst>
            </p:cNvPr>
            <p:cNvSpPr/>
            <p:nvPr/>
          </p:nvSpPr>
          <p:spPr>
            <a:xfrm flipH="1">
              <a:off x="15972533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円弧 42">
              <a:extLst>
                <a:ext uri="{FF2B5EF4-FFF2-40B4-BE49-F238E27FC236}">
                  <a16:creationId xmlns:a16="http://schemas.microsoft.com/office/drawing/2014/main" id="{9A185E90-279B-9F6F-8776-73856938204E}"/>
                </a:ext>
              </a:extLst>
            </p:cNvPr>
            <p:cNvSpPr/>
            <p:nvPr/>
          </p:nvSpPr>
          <p:spPr>
            <a:xfrm flipH="1">
              <a:off x="16014056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円弧 43">
              <a:extLst>
                <a:ext uri="{FF2B5EF4-FFF2-40B4-BE49-F238E27FC236}">
                  <a16:creationId xmlns:a16="http://schemas.microsoft.com/office/drawing/2014/main" id="{DEB90D66-5506-68AF-078A-D8ABA01DCAA8}"/>
                </a:ext>
              </a:extLst>
            </p:cNvPr>
            <p:cNvSpPr/>
            <p:nvPr/>
          </p:nvSpPr>
          <p:spPr>
            <a:xfrm flipH="1">
              <a:off x="16055577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E5A1A649-2231-B943-1C4C-E1A8A83B539A}"/>
              </a:ext>
            </a:extLst>
          </p:cNvPr>
          <p:cNvGrpSpPr/>
          <p:nvPr/>
        </p:nvGrpSpPr>
        <p:grpSpPr>
          <a:xfrm rot="10800000">
            <a:off x="19933817" y="3094537"/>
            <a:ext cx="574323" cy="70438"/>
            <a:chOff x="15723395" y="3412331"/>
            <a:chExt cx="378618" cy="46436"/>
          </a:xfrm>
          <a:effectLst>
            <a:glow rad="50800">
              <a:srgbClr val="D1C26A">
                <a:alpha val="36000"/>
              </a:srgbClr>
            </a:glow>
          </a:effectLst>
        </p:grpSpPr>
        <p:sp>
          <p:nvSpPr>
            <p:cNvPr id="46" name="円弧 45">
              <a:extLst>
                <a:ext uri="{FF2B5EF4-FFF2-40B4-BE49-F238E27FC236}">
                  <a16:creationId xmlns:a16="http://schemas.microsoft.com/office/drawing/2014/main" id="{70BE678E-FDEF-6EC3-F938-57ECB480C836}"/>
                </a:ext>
              </a:extLst>
            </p:cNvPr>
            <p:cNvSpPr/>
            <p:nvPr/>
          </p:nvSpPr>
          <p:spPr>
            <a:xfrm flipH="1">
              <a:off x="15723395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弧 46">
              <a:extLst>
                <a:ext uri="{FF2B5EF4-FFF2-40B4-BE49-F238E27FC236}">
                  <a16:creationId xmlns:a16="http://schemas.microsoft.com/office/drawing/2014/main" id="{10DEB940-F17E-CDB6-EC00-D52A53A513C8}"/>
                </a:ext>
              </a:extLst>
            </p:cNvPr>
            <p:cNvSpPr/>
            <p:nvPr/>
          </p:nvSpPr>
          <p:spPr>
            <a:xfrm flipH="1">
              <a:off x="15764918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円弧 47">
              <a:extLst>
                <a:ext uri="{FF2B5EF4-FFF2-40B4-BE49-F238E27FC236}">
                  <a16:creationId xmlns:a16="http://schemas.microsoft.com/office/drawing/2014/main" id="{03A862AD-04A6-5D04-3ADC-AFA1B79A3DE6}"/>
                </a:ext>
              </a:extLst>
            </p:cNvPr>
            <p:cNvSpPr/>
            <p:nvPr/>
          </p:nvSpPr>
          <p:spPr>
            <a:xfrm flipH="1">
              <a:off x="15806441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円弧 48">
              <a:extLst>
                <a:ext uri="{FF2B5EF4-FFF2-40B4-BE49-F238E27FC236}">
                  <a16:creationId xmlns:a16="http://schemas.microsoft.com/office/drawing/2014/main" id="{2D33285A-8ECA-23F9-902A-CBF1548C27C6}"/>
                </a:ext>
              </a:extLst>
            </p:cNvPr>
            <p:cNvSpPr/>
            <p:nvPr/>
          </p:nvSpPr>
          <p:spPr>
            <a:xfrm flipH="1">
              <a:off x="15847964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円弧 49">
              <a:extLst>
                <a:ext uri="{FF2B5EF4-FFF2-40B4-BE49-F238E27FC236}">
                  <a16:creationId xmlns:a16="http://schemas.microsoft.com/office/drawing/2014/main" id="{AD70FB4F-2FB7-EC12-7F89-50AC5DB44CAC}"/>
                </a:ext>
              </a:extLst>
            </p:cNvPr>
            <p:cNvSpPr/>
            <p:nvPr/>
          </p:nvSpPr>
          <p:spPr>
            <a:xfrm flipH="1">
              <a:off x="15889487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円弧 50">
              <a:extLst>
                <a:ext uri="{FF2B5EF4-FFF2-40B4-BE49-F238E27FC236}">
                  <a16:creationId xmlns:a16="http://schemas.microsoft.com/office/drawing/2014/main" id="{5EBB5912-7ADE-E816-3654-F0EC9397A067}"/>
                </a:ext>
              </a:extLst>
            </p:cNvPr>
            <p:cNvSpPr/>
            <p:nvPr/>
          </p:nvSpPr>
          <p:spPr>
            <a:xfrm flipH="1">
              <a:off x="15931010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円弧 51">
              <a:extLst>
                <a:ext uri="{FF2B5EF4-FFF2-40B4-BE49-F238E27FC236}">
                  <a16:creationId xmlns:a16="http://schemas.microsoft.com/office/drawing/2014/main" id="{CC283619-855D-7D2B-0F22-AD2E4346F53B}"/>
                </a:ext>
              </a:extLst>
            </p:cNvPr>
            <p:cNvSpPr/>
            <p:nvPr/>
          </p:nvSpPr>
          <p:spPr>
            <a:xfrm flipH="1">
              <a:off x="15972533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円弧 52">
              <a:extLst>
                <a:ext uri="{FF2B5EF4-FFF2-40B4-BE49-F238E27FC236}">
                  <a16:creationId xmlns:a16="http://schemas.microsoft.com/office/drawing/2014/main" id="{2AB1FC0D-1542-4AEE-91AB-C508C112DB2C}"/>
                </a:ext>
              </a:extLst>
            </p:cNvPr>
            <p:cNvSpPr/>
            <p:nvPr/>
          </p:nvSpPr>
          <p:spPr>
            <a:xfrm flipH="1">
              <a:off x="16014056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円弧 53">
              <a:extLst>
                <a:ext uri="{FF2B5EF4-FFF2-40B4-BE49-F238E27FC236}">
                  <a16:creationId xmlns:a16="http://schemas.microsoft.com/office/drawing/2014/main" id="{E0AD06B4-CE1C-6840-59D0-D9150CA4EC9C}"/>
                </a:ext>
              </a:extLst>
            </p:cNvPr>
            <p:cNvSpPr/>
            <p:nvPr/>
          </p:nvSpPr>
          <p:spPr>
            <a:xfrm flipH="1">
              <a:off x="16055577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C712AA80-2E72-3799-1102-DE251E9CC5B4}"/>
              </a:ext>
            </a:extLst>
          </p:cNvPr>
          <p:cNvGrpSpPr/>
          <p:nvPr/>
        </p:nvGrpSpPr>
        <p:grpSpPr>
          <a:xfrm rot="10800000">
            <a:off x="19933817" y="3764585"/>
            <a:ext cx="574323" cy="70438"/>
            <a:chOff x="15723395" y="3412331"/>
            <a:chExt cx="378618" cy="46436"/>
          </a:xfrm>
          <a:effectLst>
            <a:glow rad="50800">
              <a:srgbClr val="D1C26A">
                <a:alpha val="36000"/>
              </a:srgbClr>
            </a:glow>
          </a:effectLst>
        </p:grpSpPr>
        <p:sp>
          <p:nvSpPr>
            <p:cNvPr id="59" name="円弧 58">
              <a:extLst>
                <a:ext uri="{FF2B5EF4-FFF2-40B4-BE49-F238E27FC236}">
                  <a16:creationId xmlns:a16="http://schemas.microsoft.com/office/drawing/2014/main" id="{82F05262-41DC-2F2D-AF43-B2194D733ACA}"/>
                </a:ext>
              </a:extLst>
            </p:cNvPr>
            <p:cNvSpPr/>
            <p:nvPr/>
          </p:nvSpPr>
          <p:spPr>
            <a:xfrm flipH="1">
              <a:off x="15723395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弧 59">
              <a:extLst>
                <a:ext uri="{FF2B5EF4-FFF2-40B4-BE49-F238E27FC236}">
                  <a16:creationId xmlns:a16="http://schemas.microsoft.com/office/drawing/2014/main" id="{349707E0-33CA-C94B-F226-659C5F9F2CDF}"/>
                </a:ext>
              </a:extLst>
            </p:cNvPr>
            <p:cNvSpPr/>
            <p:nvPr/>
          </p:nvSpPr>
          <p:spPr>
            <a:xfrm flipH="1">
              <a:off x="15764918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弧 60">
              <a:extLst>
                <a:ext uri="{FF2B5EF4-FFF2-40B4-BE49-F238E27FC236}">
                  <a16:creationId xmlns:a16="http://schemas.microsoft.com/office/drawing/2014/main" id="{9D9429EC-0412-8552-206A-F1A58F089009}"/>
                </a:ext>
              </a:extLst>
            </p:cNvPr>
            <p:cNvSpPr/>
            <p:nvPr/>
          </p:nvSpPr>
          <p:spPr>
            <a:xfrm flipH="1">
              <a:off x="15806441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円弧 61">
              <a:extLst>
                <a:ext uri="{FF2B5EF4-FFF2-40B4-BE49-F238E27FC236}">
                  <a16:creationId xmlns:a16="http://schemas.microsoft.com/office/drawing/2014/main" id="{84B2E9F6-8D5C-4232-4FFE-4A1003E53C27}"/>
                </a:ext>
              </a:extLst>
            </p:cNvPr>
            <p:cNvSpPr/>
            <p:nvPr/>
          </p:nvSpPr>
          <p:spPr>
            <a:xfrm flipH="1">
              <a:off x="15847964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円弧 62">
              <a:extLst>
                <a:ext uri="{FF2B5EF4-FFF2-40B4-BE49-F238E27FC236}">
                  <a16:creationId xmlns:a16="http://schemas.microsoft.com/office/drawing/2014/main" id="{F3D2287F-AEC8-5398-412C-8EB75F784E45}"/>
                </a:ext>
              </a:extLst>
            </p:cNvPr>
            <p:cNvSpPr/>
            <p:nvPr/>
          </p:nvSpPr>
          <p:spPr>
            <a:xfrm flipH="1">
              <a:off x="15889487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円弧 63">
              <a:extLst>
                <a:ext uri="{FF2B5EF4-FFF2-40B4-BE49-F238E27FC236}">
                  <a16:creationId xmlns:a16="http://schemas.microsoft.com/office/drawing/2014/main" id="{817EF2E4-67F6-8FFE-063F-24385297BB47}"/>
                </a:ext>
              </a:extLst>
            </p:cNvPr>
            <p:cNvSpPr/>
            <p:nvPr/>
          </p:nvSpPr>
          <p:spPr>
            <a:xfrm flipH="1">
              <a:off x="15931010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円弧 64">
              <a:extLst>
                <a:ext uri="{FF2B5EF4-FFF2-40B4-BE49-F238E27FC236}">
                  <a16:creationId xmlns:a16="http://schemas.microsoft.com/office/drawing/2014/main" id="{0488D71C-8030-D51F-71E8-693C0390F320}"/>
                </a:ext>
              </a:extLst>
            </p:cNvPr>
            <p:cNvSpPr/>
            <p:nvPr/>
          </p:nvSpPr>
          <p:spPr>
            <a:xfrm flipH="1">
              <a:off x="15972533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円弧 65">
              <a:extLst>
                <a:ext uri="{FF2B5EF4-FFF2-40B4-BE49-F238E27FC236}">
                  <a16:creationId xmlns:a16="http://schemas.microsoft.com/office/drawing/2014/main" id="{2E807D77-FF38-F508-A658-0CBC6E08255E}"/>
                </a:ext>
              </a:extLst>
            </p:cNvPr>
            <p:cNvSpPr/>
            <p:nvPr/>
          </p:nvSpPr>
          <p:spPr>
            <a:xfrm flipH="1">
              <a:off x="16014056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円弧 66">
              <a:extLst>
                <a:ext uri="{FF2B5EF4-FFF2-40B4-BE49-F238E27FC236}">
                  <a16:creationId xmlns:a16="http://schemas.microsoft.com/office/drawing/2014/main" id="{E4DA1421-1FEB-4923-3AD7-445F93E6CEEB}"/>
                </a:ext>
              </a:extLst>
            </p:cNvPr>
            <p:cNvSpPr/>
            <p:nvPr/>
          </p:nvSpPr>
          <p:spPr>
            <a:xfrm flipH="1">
              <a:off x="16055577" y="3412331"/>
              <a:ext cx="46436" cy="46436"/>
            </a:xfrm>
            <a:prstGeom prst="arc">
              <a:avLst>
                <a:gd name="adj1" fmla="val 17721386"/>
                <a:gd name="adj2" fmla="val 3965386"/>
              </a:avLst>
            </a:prstGeom>
            <a:ln w="9525">
              <a:solidFill>
                <a:srgbClr val="D1C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2D63DB0-4404-86EF-04E9-3DA478321CFF}"/>
              </a:ext>
            </a:extLst>
          </p:cNvPr>
          <p:cNvSpPr txBox="1"/>
          <p:nvPr/>
        </p:nvSpPr>
        <p:spPr>
          <a:xfrm>
            <a:off x="13609927" y="4265706"/>
            <a:ext cx="129522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チミン（</a:t>
            </a:r>
            <a:r>
              <a:rPr kumimoji="1" lang="en-US" altLang="ja-JP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</a:t>
            </a:r>
            <a:r>
              <a:rPr kumimoji="1" lang="ja-JP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）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E7B503F1-63C9-3DAE-E730-9334C4A9E3A9}"/>
              </a:ext>
            </a:extLst>
          </p:cNvPr>
          <p:cNvSpPr txBox="1"/>
          <p:nvPr/>
        </p:nvSpPr>
        <p:spPr>
          <a:xfrm>
            <a:off x="15741542" y="4265706"/>
            <a:ext cx="153888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アデニン（</a:t>
            </a:r>
            <a:r>
              <a:rPr kumimoji="1" lang="en-US" altLang="ja-JP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</a:t>
            </a:r>
            <a:r>
              <a:rPr kumimoji="1" lang="ja-JP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）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190393F9-B8F4-28E5-5B27-6025956C72F6}"/>
              </a:ext>
            </a:extLst>
          </p:cNvPr>
          <p:cNvSpPr txBox="1"/>
          <p:nvPr/>
        </p:nvSpPr>
        <p:spPr>
          <a:xfrm>
            <a:off x="18791443" y="4265706"/>
            <a:ext cx="155170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シトシン（</a:t>
            </a:r>
            <a:r>
              <a:rPr kumimoji="1" lang="en-US" altLang="ja-JP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</a:t>
            </a:r>
            <a:r>
              <a:rPr kumimoji="1" lang="ja-JP" alt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）</a:t>
            </a: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8D933D72-A2EB-F8C8-733D-353D7C558FF9}"/>
              </a:ext>
            </a:extLst>
          </p:cNvPr>
          <p:cNvSpPr txBox="1"/>
          <p:nvPr/>
        </p:nvSpPr>
        <p:spPr>
          <a:xfrm>
            <a:off x="20945281" y="4265706"/>
            <a:ext cx="155972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グアニン（</a:t>
            </a:r>
            <a:r>
              <a:rPr kumimoji="1" lang="en-US" altLang="ja-JP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G</a:t>
            </a:r>
            <a:r>
              <a:rPr kumimoji="1" lang="ja-JP" alt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）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5ADA6DAC-92C8-BC5F-EDF3-61B537C6E6E6}"/>
              </a:ext>
            </a:extLst>
          </p:cNvPr>
          <p:cNvSpPr/>
          <p:nvPr/>
        </p:nvSpPr>
        <p:spPr>
          <a:xfrm>
            <a:off x="24269947" y="1060326"/>
            <a:ext cx="914400" cy="914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8710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0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52F7AB-5550-A311-AE56-6DB10D19A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A2B1A61-6212-CB0A-613E-B2E46FCA6DDA}"/>
              </a:ext>
            </a:extLst>
          </p:cNvPr>
          <p:cNvSpPr/>
          <p:nvPr/>
        </p:nvSpPr>
        <p:spPr>
          <a:xfrm>
            <a:off x="24269947" y="2707776"/>
            <a:ext cx="914400" cy="914400"/>
          </a:xfrm>
          <a:prstGeom prst="rect">
            <a:avLst/>
          </a:prstGeom>
          <a:solidFill>
            <a:srgbClr val="D1C2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08C6C5D-2C69-1E6A-1007-E474F075C480}"/>
              </a:ext>
            </a:extLst>
          </p:cNvPr>
          <p:cNvSpPr/>
          <p:nvPr/>
        </p:nvSpPr>
        <p:spPr>
          <a:xfrm>
            <a:off x="13265426" y="-1987826"/>
            <a:ext cx="9468886" cy="388023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3CA6420C-9017-6616-607A-F09367848F6B}"/>
              </a:ext>
            </a:extLst>
          </p:cNvPr>
          <p:cNvSpPr txBox="1"/>
          <p:nvPr/>
        </p:nvSpPr>
        <p:spPr>
          <a:xfrm>
            <a:off x="14923263" y="3571662"/>
            <a:ext cx="6283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C8C8C8"/>
                </a:solidFill>
              </a:rPr>
              <a:t>H</a:t>
            </a:r>
            <a:r>
              <a:rPr kumimoji="1" lang="ja-JP" altLang="en-US" dirty="0">
                <a:solidFill>
                  <a:srgbClr val="C8C8C8"/>
                </a:solidFill>
              </a:rPr>
              <a:t>会合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AE5B9EEE-1DF5-D6F7-4921-6234A75EE352}"/>
              </a:ext>
            </a:extLst>
          </p:cNvPr>
          <p:cNvSpPr/>
          <p:nvPr/>
        </p:nvSpPr>
        <p:spPr>
          <a:xfrm>
            <a:off x="24269947" y="1060326"/>
            <a:ext cx="914400" cy="914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0D6F54A3-65A8-57B0-72F7-7D39CB9E0B8B}"/>
              </a:ext>
            </a:extLst>
          </p:cNvPr>
          <p:cNvGrpSpPr/>
          <p:nvPr/>
        </p:nvGrpSpPr>
        <p:grpSpPr>
          <a:xfrm>
            <a:off x="13715322" y="1646047"/>
            <a:ext cx="3058322" cy="1785570"/>
            <a:chOff x="13715322" y="1646047"/>
            <a:chExt cx="3058322" cy="1785570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1F0F7C33-A42B-75BC-8252-C4C18F19F67A}"/>
                </a:ext>
              </a:extLst>
            </p:cNvPr>
            <p:cNvGrpSpPr/>
            <p:nvPr/>
          </p:nvGrpSpPr>
          <p:grpSpPr>
            <a:xfrm rot="16200000">
              <a:off x="14589837" y="1261874"/>
              <a:ext cx="1295228" cy="3044258"/>
              <a:chOff x="14042157" y="1188138"/>
              <a:chExt cx="797916" cy="1875393"/>
            </a:xfrm>
            <a:scene3d>
              <a:camera prst="orthographicFront">
                <a:rot lat="0" lon="17399980" rev="0"/>
              </a:camera>
              <a:lightRig rig="threePt" dir="t"/>
            </a:scene3d>
          </p:grpSpPr>
          <p:sp>
            <p:nvSpPr>
              <p:cNvPr id="8" name="楕円 7">
                <a:extLst>
                  <a:ext uri="{FF2B5EF4-FFF2-40B4-BE49-F238E27FC236}">
                    <a16:creationId xmlns:a16="http://schemas.microsoft.com/office/drawing/2014/main" id="{F67E836D-EBFC-F683-6A6E-D5683623F5D3}"/>
                  </a:ext>
                </a:extLst>
              </p:cNvPr>
              <p:cNvSpPr/>
              <p:nvPr/>
            </p:nvSpPr>
            <p:spPr>
              <a:xfrm>
                <a:off x="14042157" y="1188138"/>
                <a:ext cx="797916" cy="1875393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50000"/>
                    </a:schemeClr>
                  </a:gs>
                  <a:gs pos="5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5400000" scaled="0"/>
                <a:tileRect/>
              </a:gradFill>
              <a:ln>
                <a:noFill/>
              </a:ln>
              <a:sp3d extrusionH="139700" prstMaterial="powder">
                <a:bevelT w="25400" h="25400"/>
                <a:bevelB w="254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" name="矢印: 下 8">
                <a:extLst>
                  <a:ext uri="{FF2B5EF4-FFF2-40B4-BE49-F238E27FC236}">
                    <a16:creationId xmlns:a16="http://schemas.microsoft.com/office/drawing/2014/main" id="{43560005-BA2F-E61F-C49E-A01EF7AAA102}"/>
                  </a:ext>
                </a:extLst>
              </p:cNvPr>
              <p:cNvSpPr/>
              <p:nvPr/>
            </p:nvSpPr>
            <p:spPr>
              <a:xfrm rot="10800000">
                <a:off x="14279630" y="1460062"/>
                <a:ext cx="322966" cy="1331548"/>
              </a:xfrm>
              <a:prstGeom prst="downArrow">
                <a:avLst>
                  <a:gd name="adj1" fmla="val 39620"/>
                  <a:gd name="adj2" fmla="val 145934"/>
                </a:avLst>
              </a:prstGeom>
              <a:solidFill>
                <a:srgbClr val="C8C8C8"/>
              </a:solidFill>
              <a:ln>
                <a:noFill/>
              </a:ln>
              <a:sp3d extrusionH="139700" prstMaterial="powder">
                <a:bevelT w="25400" h="25400"/>
                <a:bevelB w="254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9E53C1C1-44B2-5E6C-C37E-8575FE88B29A}"/>
                </a:ext>
              </a:extLst>
            </p:cNvPr>
            <p:cNvGrpSpPr/>
            <p:nvPr/>
          </p:nvGrpSpPr>
          <p:grpSpPr>
            <a:xfrm rot="16200000">
              <a:off x="14603904" y="771533"/>
              <a:ext cx="1295226" cy="3044254"/>
              <a:chOff x="14042157" y="1188138"/>
              <a:chExt cx="797916" cy="1875393"/>
            </a:xfrm>
            <a:scene3d>
              <a:camera prst="orthographicFront">
                <a:rot lat="0" lon="17399980" rev="0"/>
              </a:camera>
              <a:lightRig rig="threePt" dir="t"/>
            </a:scene3d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20278B6E-5DA6-8C3F-9187-64738C297767}"/>
                  </a:ext>
                </a:extLst>
              </p:cNvPr>
              <p:cNvSpPr/>
              <p:nvPr/>
            </p:nvSpPr>
            <p:spPr>
              <a:xfrm>
                <a:off x="14042157" y="1188138"/>
                <a:ext cx="797916" cy="1875393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50000"/>
                    </a:schemeClr>
                  </a:gs>
                  <a:gs pos="5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5400000" scaled="0"/>
                <a:tileRect/>
              </a:gradFill>
              <a:ln>
                <a:noFill/>
              </a:ln>
              <a:sp3d extrusionH="139700" prstMaterial="powder">
                <a:bevelT w="25400" h="25400"/>
                <a:bevelB w="254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" name="矢印: 下 2">
                <a:extLst>
                  <a:ext uri="{FF2B5EF4-FFF2-40B4-BE49-F238E27FC236}">
                    <a16:creationId xmlns:a16="http://schemas.microsoft.com/office/drawing/2014/main" id="{BDFE90E2-D7A6-C711-AA2B-8EBDC7D7E19D}"/>
                  </a:ext>
                </a:extLst>
              </p:cNvPr>
              <p:cNvSpPr/>
              <p:nvPr/>
            </p:nvSpPr>
            <p:spPr>
              <a:xfrm rot="10800000">
                <a:off x="14279630" y="1460062"/>
                <a:ext cx="322966" cy="1331548"/>
              </a:xfrm>
              <a:prstGeom prst="downArrow">
                <a:avLst>
                  <a:gd name="adj1" fmla="val 39620"/>
                  <a:gd name="adj2" fmla="val 145934"/>
                </a:avLst>
              </a:prstGeom>
              <a:solidFill>
                <a:srgbClr val="C8C8C8"/>
              </a:solidFill>
              <a:ln>
                <a:noFill/>
              </a:ln>
              <a:sp3d extrusionH="139700" prstMaterial="powder">
                <a:bevelT w="25400" h="25400"/>
                <a:bevelB w="254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</p:grp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CCAD23AA-F3D3-E28D-E319-F96AA377054D}"/>
              </a:ext>
            </a:extLst>
          </p:cNvPr>
          <p:cNvGrpSpPr/>
          <p:nvPr/>
        </p:nvGrpSpPr>
        <p:grpSpPr>
          <a:xfrm>
            <a:off x="17653240" y="1646047"/>
            <a:ext cx="4450152" cy="1785570"/>
            <a:chOff x="17653240" y="1646047"/>
            <a:chExt cx="4450152" cy="1785570"/>
          </a:xfrm>
        </p:grpSpPr>
        <p:grpSp>
          <p:nvGrpSpPr>
            <p:cNvPr id="56" name="グループ化 55">
              <a:extLst>
                <a:ext uri="{FF2B5EF4-FFF2-40B4-BE49-F238E27FC236}">
                  <a16:creationId xmlns:a16="http://schemas.microsoft.com/office/drawing/2014/main" id="{11F8015B-6B74-5770-B458-69267C63B774}"/>
                </a:ext>
              </a:extLst>
            </p:cNvPr>
            <p:cNvGrpSpPr/>
            <p:nvPr/>
          </p:nvGrpSpPr>
          <p:grpSpPr>
            <a:xfrm rot="16200000">
              <a:off x="18527755" y="1261874"/>
              <a:ext cx="1295228" cy="3044258"/>
              <a:chOff x="14042157" y="1188138"/>
              <a:chExt cx="797916" cy="1875393"/>
            </a:xfrm>
            <a:scene3d>
              <a:camera prst="orthographicFront">
                <a:rot lat="0" lon="17399980" rev="0"/>
              </a:camera>
              <a:lightRig rig="threePt" dir="t"/>
            </a:scene3d>
          </p:grpSpPr>
          <p:sp>
            <p:nvSpPr>
              <p:cNvPr id="57" name="楕円 56">
                <a:extLst>
                  <a:ext uri="{FF2B5EF4-FFF2-40B4-BE49-F238E27FC236}">
                    <a16:creationId xmlns:a16="http://schemas.microsoft.com/office/drawing/2014/main" id="{9DFD2525-1196-8571-9D08-3D844A1EFE00}"/>
                  </a:ext>
                </a:extLst>
              </p:cNvPr>
              <p:cNvSpPr/>
              <p:nvPr/>
            </p:nvSpPr>
            <p:spPr>
              <a:xfrm>
                <a:off x="14042157" y="1188138"/>
                <a:ext cx="797916" cy="1875393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50000"/>
                    </a:schemeClr>
                  </a:gs>
                  <a:gs pos="5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5400000" scaled="0"/>
                <a:tileRect/>
              </a:gradFill>
              <a:ln>
                <a:noFill/>
              </a:ln>
              <a:sp3d extrusionH="139700" prstMaterial="powder">
                <a:bevelT w="25400" h="25400"/>
                <a:bevelB w="254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9" name="矢印: 下 68">
                <a:extLst>
                  <a:ext uri="{FF2B5EF4-FFF2-40B4-BE49-F238E27FC236}">
                    <a16:creationId xmlns:a16="http://schemas.microsoft.com/office/drawing/2014/main" id="{D47ECD56-47BA-9A5A-6F14-8A89CB4F9C9F}"/>
                  </a:ext>
                </a:extLst>
              </p:cNvPr>
              <p:cNvSpPr/>
              <p:nvPr/>
            </p:nvSpPr>
            <p:spPr>
              <a:xfrm rot="10800000">
                <a:off x="14279630" y="1460062"/>
                <a:ext cx="322966" cy="1331548"/>
              </a:xfrm>
              <a:prstGeom prst="downArrow">
                <a:avLst>
                  <a:gd name="adj1" fmla="val 39620"/>
                  <a:gd name="adj2" fmla="val 145934"/>
                </a:avLst>
              </a:prstGeom>
              <a:solidFill>
                <a:srgbClr val="C8C8C8"/>
              </a:solidFill>
              <a:ln>
                <a:noFill/>
              </a:ln>
              <a:sp3d extrusionH="139700" prstMaterial="powder">
                <a:bevelT w="25400" h="25400"/>
                <a:bevelB w="254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74" name="グループ化 73">
              <a:extLst>
                <a:ext uri="{FF2B5EF4-FFF2-40B4-BE49-F238E27FC236}">
                  <a16:creationId xmlns:a16="http://schemas.microsoft.com/office/drawing/2014/main" id="{E292F6E7-731A-D0FE-E248-E7B2B7F52DDD}"/>
                </a:ext>
              </a:extLst>
            </p:cNvPr>
            <p:cNvGrpSpPr/>
            <p:nvPr/>
          </p:nvGrpSpPr>
          <p:grpSpPr>
            <a:xfrm rot="16200000">
              <a:off x="19933652" y="771533"/>
              <a:ext cx="1295226" cy="3044254"/>
              <a:chOff x="14042157" y="1188138"/>
              <a:chExt cx="797916" cy="1875393"/>
            </a:xfrm>
            <a:scene3d>
              <a:camera prst="orthographicFront">
                <a:rot lat="0" lon="17399980" rev="0"/>
              </a:camera>
              <a:lightRig rig="threePt" dir="t"/>
            </a:scene3d>
          </p:grpSpPr>
          <p:sp>
            <p:nvSpPr>
              <p:cNvPr id="75" name="楕円 74">
                <a:extLst>
                  <a:ext uri="{FF2B5EF4-FFF2-40B4-BE49-F238E27FC236}">
                    <a16:creationId xmlns:a16="http://schemas.microsoft.com/office/drawing/2014/main" id="{15F76052-A62E-00EB-E6C4-670C27228704}"/>
                  </a:ext>
                </a:extLst>
              </p:cNvPr>
              <p:cNvSpPr/>
              <p:nvPr/>
            </p:nvSpPr>
            <p:spPr>
              <a:xfrm>
                <a:off x="14042157" y="1188138"/>
                <a:ext cx="797916" cy="1875393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50000"/>
                    </a:schemeClr>
                  </a:gs>
                  <a:gs pos="5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5400000" scaled="0"/>
                <a:tileRect/>
              </a:gradFill>
              <a:ln>
                <a:noFill/>
              </a:ln>
              <a:sp3d extrusionH="139700" prstMaterial="powder">
                <a:bevelT w="25400" h="25400"/>
                <a:bevelB w="254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6" name="矢印: 下 75">
                <a:extLst>
                  <a:ext uri="{FF2B5EF4-FFF2-40B4-BE49-F238E27FC236}">
                    <a16:creationId xmlns:a16="http://schemas.microsoft.com/office/drawing/2014/main" id="{1BACDFB4-4672-156F-D6DE-BB8EDEB803EF}"/>
                  </a:ext>
                </a:extLst>
              </p:cNvPr>
              <p:cNvSpPr/>
              <p:nvPr/>
            </p:nvSpPr>
            <p:spPr>
              <a:xfrm rot="10800000">
                <a:off x="14279630" y="1460062"/>
                <a:ext cx="322966" cy="1331548"/>
              </a:xfrm>
              <a:prstGeom prst="downArrow">
                <a:avLst>
                  <a:gd name="adj1" fmla="val 39620"/>
                  <a:gd name="adj2" fmla="val 145934"/>
                </a:avLst>
              </a:prstGeom>
              <a:solidFill>
                <a:srgbClr val="C8C8C8"/>
              </a:solidFill>
              <a:ln>
                <a:noFill/>
              </a:ln>
              <a:sp3d extrusionH="139700" prstMaterial="powder">
                <a:bevelT w="25400" h="25400"/>
                <a:bevelB w="254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</p:grp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3D4CCE86-7756-811B-5C51-7A2817AF9C69}"/>
              </a:ext>
            </a:extLst>
          </p:cNvPr>
          <p:cNvSpPr txBox="1"/>
          <p:nvPr/>
        </p:nvSpPr>
        <p:spPr>
          <a:xfrm>
            <a:off x="19589776" y="3571662"/>
            <a:ext cx="57708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C8C8C8"/>
                </a:solidFill>
              </a:rPr>
              <a:t>J</a:t>
            </a:r>
            <a:r>
              <a:rPr kumimoji="1" lang="ja-JP" altLang="en-US" dirty="0">
                <a:solidFill>
                  <a:srgbClr val="C8C8C8"/>
                </a:solidFill>
              </a:rPr>
              <a:t>会合</a:t>
            </a:r>
          </a:p>
        </p:txBody>
      </p:sp>
    </p:spTree>
    <p:extLst>
      <p:ext uri="{BB962C8B-B14F-4D97-AF65-F5344CB8AC3E}">
        <p14:creationId xmlns:p14="http://schemas.microsoft.com/office/powerpoint/2010/main" val="4184223169"/>
      </p:ext>
    </p:extLst>
  </p:cSld>
  <p:clrMapOvr>
    <a:masterClrMapping/>
  </p:clrMapOvr>
</p:sld>
</file>

<file path=ppt/theme/theme1.xml><?xml version="1.0" encoding="utf-8"?>
<a:theme xmlns:a="http://schemas.openxmlformats.org/drawingml/2006/main" name="18研_2026-01-08">
  <a:themeElements>
    <a:clrScheme name="矢貝研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F02B49"/>
      </a:accent1>
      <a:accent2>
        <a:srgbClr val="E28700"/>
      </a:accent2>
      <a:accent3>
        <a:srgbClr val="55BC00"/>
      </a:accent3>
      <a:accent4>
        <a:srgbClr val="0180E9"/>
      </a:accent4>
      <a:accent5>
        <a:srgbClr val="6D49C7"/>
      </a:accent5>
      <a:accent6>
        <a:srgbClr val="F36DC0"/>
      </a:accent6>
      <a:hlink>
        <a:srgbClr val="3F4DFF"/>
      </a:hlink>
      <a:folHlink>
        <a:srgbClr val="C111FF"/>
      </a:folHlink>
    </a:clrScheme>
    <a:fontScheme name="18研_2026-01-08">
      <a:majorFont>
        <a:latin typeface="Arial"/>
        <a:ea typeface="Noto Sans JP Medium"/>
        <a:cs typeface=""/>
      </a:majorFont>
      <a:minorFont>
        <a:latin typeface="Arial"/>
        <a:ea typeface="Noto Sans JP Medium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8研_2026-01-08" id="{26659070-0A55-4B25-85F7-0493162E6F9B}" vid="{1AA4510A-2319-4B1B-829A-8AD71FBAEF0D}"/>
    </a:ext>
  </a:extLst>
</a:theme>
</file>

<file path=ppt/theme/theme2.xml><?xml version="1.0" encoding="utf-8"?>
<a:theme xmlns:a="http://schemas.openxmlformats.org/drawingml/2006/main" name="1_white→black">
  <a:themeElements>
    <a:clrScheme name="白→黒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DE4E63"/>
      </a:accent1>
      <a:accent2>
        <a:srgbClr val="EDAD0B"/>
      </a:accent2>
      <a:accent3>
        <a:srgbClr val="7AC49F"/>
      </a:accent3>
      <a:accent4>
        <a:srgbClr val="8FAAFF"/>
      </a:accent4>
      <a:accent5>
        <a:srgbClr val="D97DB2"/>
      </a:accent5>
      <a:accent6>
        <a:srgbClr val="85CDDB"/>
      </a:accent6>
      <a:hlink>
        <a:srgbClr val="3F4DFF"/>
      </a:hlink>
      <a:folHlink>
        <a:srgbClr val="C111FF"/>
      </a:folHlink>
    </a:clrScheme>
    <a:fontScheme name="18研_2026-01-08">
      <a:majorFont>
        <a:latin typeface="Arial"/>
        <a:ea typeface="Noto Sans JP Medium"/>
        <a:cs typeface=""/>
      </a:majorFont>
      <a:minorFont>
        <a:latin typeface="Arial"/>
        <a:ea typeface="Noto Sans JP Medium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hite→black" id="{DAC2767E-1D20-4083-801C-65107A39727E}" vid="{905F21FD-9C24-42DC-96E4-C5C374D8BBAD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18研_2026-01-08</Template>
  <TotalTime>108</TotalTime>
  <Words>22</Words>
  <Application>Microsoft Office PowerPoint</Application>
  <PresentationFormat>ユーザー設定</PresentationFormat>
  <Paragraphs>8</Paragraphs>
  <Slides>2</Slides>
  <Notes>2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2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Noto Sans JP Black</vt:lpstr>
      <vt:lpstr>游ゴシック</vt:lpstr>
      <vt:lpstr>Arial</vt:lpstr>
      <vt:lpstr>18研_2026-01-08</vt:lpstr>
      <vt:lpstr>1_white→black</vt:lpstr>
      <vt:lpstr>CS ChemDraw 64-bit Drawing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Ryo Kudo</dc:creator>
  <cp:lastModifiedBy>Ryo Kudo</cp:lastModifiedBy>
  <cp:revision>4</cp:revision>
  <dcterms:created xsi:type="dcterms:W3CDTF">2026-02-15T06:55:41Z</dcterms:created>
  <dcterms:modified xsi:type="dcterms:W3CDTF">2026-02-15T08:44:34Z</dcterms:modified>
</cp:coreProperties>
</file>